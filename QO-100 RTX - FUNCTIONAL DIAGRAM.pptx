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EBB68A-6F72-4977-9D1B-FCF9B262B78A}" v="4" dt="2026-03-23T15:06:44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5" d="100"/>
          <a:sy n="55" d="100"/>
        </p:scale>
        <p:origin x="9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m pozzoni" userId="6a2af41c039634c4" providerId="LiveId" clId="{422F6050-3F21-4A95-81BE-9AF2594D5A45}"/>
    <pc:docChg chg="undo custSel modSld">
      <pc:chgData name="andrea m pozzoni" userId="6a2af41c039634c4" providerId="LiveId" clId="{422F6050-3F21-4A95-81BE-9AF2594D5A45}" dt="2026-03-23T15:07:32.887" v="48" actId="14100"/>
      <pc:docMkLst>
        <pc:docMk/>
      </pc:docMkLst>
      <pc:sldChg chg="modSp mod">
        <pc:chgData name="andrea m pozzoni" userId="6a2af41c039634c4" providerId="LiveId" clId="{422F6050-3F21-4A95-81BE-9AF2594D5A45}" dt="2026-03-23T15:05:59.792" v="10" actId="20577"/>
        <pc:sldMkLst>
          <pc:docMk/>
          <pc:sldMk cId="3962583941" sldId="256"/>
        </pc:sldMkLst>
        <pc:spChg chg="mod">
          <ac:chgData name="andrea m pozzoni" userId="6a2af41c039634c4" providerId="LiveId" clId="{422F6050-3F21-4A95-81BE-9AF2594D5A45}" dt="2026-03-23T15:05:59.792" v="10" actId="20577"/>
          <ac:spMkLst>
            <pc:docMk/>
            <pc:sldMk cId="3962583941" sldId="256"/>
            <ac:spMk id="10" creationId="{3E2D1F58-7436-CE63-4E61-B51A83D6A1BD}"/>
          </ac:spMkLst>
        </pc:spChg>
      </pc:sldChg>
      <pc:sldChg chg="addSp modSp mod">
        <pc:chgData name="andrea m pozzoni" userId="6a2af41c039634c4" providerId="LiveId" clId="{422F6050-3F21-4A95-81BE-9AF2594D5A45}" dt="2026-03-23T15:07:32.887" v="48" actId="14100"/>
        <pc:sldMkLst>
          <pc:docMk/>
          <pc:sldMk cId="343703700" sldId="257"/>
        </pc:sldMkLst>
        <pc:spChg chg="add mod">
          <ac:chgData name="andrea m pozzoni" userId="6a2af41c039634c4" providerId="LiveId" clId="{422F6050-3F21-4A95-81BE-9AF2594D5A45}" dt="2026-03-23T15:06:34.641" v="19" actId="1076"/>
          <ac:spMkLst>
            <pc:docMk/>
            <pc:sldMk cId="343703700" sldId="257"/>
            <ac:spMk id="3" creationId="{EC62B1D6-CA0F-47F2-5055-CC154D973E49}"/>
          </ac:spMkLst>
        </pc:spChg>
        <pc:spChg chg="mod">
          <ac:chgData name="andrea m pozzoni" userId="6a2af41c039634c4" providerId="LiveId" clId="{422F6050-3F21-4A95-81BE-9AF2594D5A45}" dt="2026-03-23T15:06:18.233" v="16" actId="20577"/>
          <ac:spMkLst>
            <pc:docMk/>
            <pc:sldMk cId="343703700" sldId="257"/>
            <ac:spMk id="10" creationId="{E93604AC-8049-9CD9-F88E-93E4ABB7C7F1}"/>
          </ac:spMkLst>
        </pc:spChg>
        <pc:spChg chg="add mod">
          <ac:chgData name="andrea m pozzoni" userId="6a2af41c039634c4" providerId="LiveId" clId="{422F6050-3F21-4A95-81BE-9AF2594D5A45}" dt="2026-03-23T15:07:32.887" v="48" actId="14100"/>
          <ac:spMkLst>
            <pc:docMk/>
            <pc:sldMk cId="343703700" sldId="257"/>
            <ac:spMk id="15" creationId="{40AB26B9-7515-2BCE-75CB-9FDC5A43FF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17176" y="136245"/>
            <a:ext cx="9883587" cy="930836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de-DE" dirty="0"/>
              <a:t>QO-100 RTX 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version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628D57C-A517-80B5-D042-0E8C4B889B52}"/>
              </a:ext>
            </a:extLst>
          </p:cNvPr>
          <p:cNvSpPr/>
          <p:nvPr/>
        </p:nvSpPr>
        <p:spPr>
          <a:xfrm>
            <a:off x="717176" y="1389529"/>
            <a:ext cx="2319617" cy="7171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SDR Console 3.4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AC82857-E43B-3130-BCBC-7C22AEE7BA97}"/>
              </a:ext>
            </a:extLst>
          </p:cNvPr>
          <p:cNvSpPr/>
          <p:nvPr/>
        </p:nvSpPr>
        <p:spPr>
          <a:xfrm>
            <a:off x="3328146" y="1389529"/>
            <a:ext cx="2319617" cy="7171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PC WIN 11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CE698F3-94EB-1BC5-87C8-E7436E5E7990}"/>
              </a:ext>
            </a:extLst>
          </p:cNvPr>
          <p:cNvSpPr/>
          <p:nvPr/>
        </p:nvSpPr>
        <p:spPr>
          <a:xfrm>
            <a:off x="5939116" y="1389528"/>
            <a:ext cx="2319617" cy="7171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Ethernet HUB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01922C8-27BA-112E-CE46-115BDEF855FF}"/>
              </a:ext>
            </a:extLst>
          </p:cNvPr>
          <p:cNvSpPr/>
          <p:nvPr/>
        </p:nvSpPr>
        <p:spPr>
          <a:xfrm>
            <a:off x="5950321" y="2644586"/>
            <a:ext cx="2319617" cy="7171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PLUTO PLUS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FF9AB7C-7271-18A2-F99F-7810C11EACEA}"/>
              </a:ext>
            </a:extLst>
          </p:cNvPr>
          <p:cNvSpPr/>
          <p:nvPr/>
        </p:nvSpPr>
        <p:spPr>
          <a:xfrm>
            <a:off x="3608291" y="2779057"/>
            <a:ext cx="1299883" cy="4482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/>
              <a:t>Bias</a:t>
            </a:r>
            <a:r>
              <a:rPr lang="it-IT" dirty="0"/>
              <a:t>-T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586C225-3F83-2116-2724-1A823982BC8E}"/>
              </a:ext>
            </a:extLst>
          </p:cNvPr>
          <p:cNvSpPr/>
          <p:nvPr/>
        </p:nvSpPr>
        <p:spPr>
          <a:xfrm>
            <a:off x="3294526" y="5076262"/>
            <a:ext cx="1972235" cy="7171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LNB  10.5 GHZ</a:t>
            </a:r>
          </a:p>
          <a:p>
            <a:pPr algn="ctr"/>
            <a:r>
              <a:rPr lang="it-IT" dirty="0"/>
              <a:t>-9750 Mhz</a:t>
            </a:r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E2D1F58-7436-CE63-4E61-B51A83D6A1BD}"/>
              </a:ext>
            </a:extLst>
          </p:cNvPr>
          <p:cNvSpPr/>
          <p:nvPr/>
        </p:nvSpPr>
        <p:spPr>
          <a:xfrm>
            <a:off x="9300879" y="2666997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PreAmp VGA V2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0A2A379-B555-C857-8507-7DA172F88FE1}"/>
              </a:ext>
            </a:extLst>
          </p:cNvPr>
          <p:cNvSpPr/>
          <p:nvPr/>
        </p:nvSpPr>
        <p:spPr>
          <a:xfrm>
            <a:off x="9300878" y="3529849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Filter/Att.   -3 to </a:t>
            </a:r>
            <a:r>
              <a:rPr lang="it-IT" dirty="0"/>
              <a:t>-6db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95CCD50-A098-02EC-1F89-F460551C5F14}"/>
              </a:ext>
            </a:extLst>
          </p:cNvPr>
          <p:cNvSpPr/>
          <p:nvPr/>
        </p:nvSpPr>
        <p:spPr>
          <a:xfrm>
            <a:off x="9300878" y="4415113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PA 20W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884CB6A-A095-5BAC-89A5-176C91BFBA0A}"/>
              </a:ext>
            </a:extLst>
          </p:cNvPr>
          <p:cNvSpPr/>
          <p:nvPr/>
        </p:nvSpPr>
        <p:spPr>
          <a:xfrm>
            <a:off x="9300878" y="5244348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Illuminator 2.4 GHZ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6B160C2A-4F26-DDAC-2CF3-EB06B10678A9}"/>
              </a:ext>
            </a:extLst>
          </p:cNvPr>
          <p:cNvSpPr/>
          <p:nvPr/>
        </p:nvSpPr>
        <p:spPr>
          <a:xfrm>
            <a:off x="6275293" y="4515971"/>
            <a:ext cx="1994647" cy="1905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3600"/>
              <a:t>DISH</a:t>
            </a:r>
            <a:endParaRPr lang="it-IT" sz="3600" dirty="0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D07F9C2E-EF05-EB6B-8D43-EED267B72FA5}"/>
              </a:ext>
            </a:extLst>
          </p:cNvPr>
          <p:cNvSpPr/>
          <p:nvPr/>
        </p:nvSpPr>
        <p:spPr>
          <a:xfrm>
            <a:off x="3036794" y="1512794"/>
            <a:ext cx="294850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D2507E9C-6CFF-900F-2CD3-E6BA2FA00BB7}"/>
              </a:ext>
            </a:extLst>
          </p:cNvPr>
          <p:cNvSpPr/>
          <p:nvPr/>
        </p:nvSpPr>
        <p:spPr>
          <a:xfrm>
            <a:off x="5647764" y="1512794"/>
            <a:ext cx="294850" cy="48463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38576C73-E3E4-3360-8322-A18753C10D21}"/>
              </a:ext>
            </a:extLst>
          </p:cNvPr>
          <p:cNvSpPr/>
          <p:nvPr/>
        </p:nvSpPr>
        <p:spPr>
          <a:xfrm rot="5400000">
            <a:off x="6852397" y="2112309"/>
            <a:ext cx="507761" cy="507042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B8522D3F-8986-886F-720D-97F80E01467A}"/>
              </a:ext>
            </a:extLst>
          </p:cNvPr>
          <p:cNvSpPr/>
          <p:nvPr/>
        </p:nvSpPr>
        <p:spPr>
          <a:xfrm rot="-5400000">
            <a:off x="3232895" y="3972487"/>
            <a:ext cx="1942114" cy="3277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573D2F6E-D770-797B-118E-FD4F86388582}"/>
              </a:ext>
            </a:extLst>
          </p:cNvPr>
          <p:cNvSpPr/>
          <p:nvPr/>
        </p:nvSpPr>
        <p:spPr>
          <a:xfrm rot="10800000">
            <a:off x="5244350" y="5210734"/>
            <a:ext cx="1012026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6E1FB67B-699C-1554-2EE0-702B84BDF8E0}"/>
              </a:ext>
            </a:extLst>
          </p:cNvPr>
          <p:cNvSpPr/>
          <p:nvPr/>
        </p:nvSpPr>
        <p:spPr>
          <a:xfrm>
            <a:off x="4863351" y="2812675"/>
            <a:ext cx="1112877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F166E4B0-CE20-AF12-9201-9151D7EC22CB}"/>
              </a:ext>
            </a:extLst>
          </p:cNvPr>
          <p:cNvSpPr/>
          <p:nvPr/>
        </p:nvSpPr>
        <p:spPr>
          <a:xfrm>
            <a:off x="8247527" y="2823881"/>
            <a:ext cx="1124083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a destra 22">
            <a:extLst>
              <a:ext uri="{FF2B5EF4-FFF2-40B4-BE49-F238E27FC236}">
                <a16:creationId xmlns:a16="http://schemas.microsoft.com/office/drawing/2014/main" id="{1EA648DD-B7CE-B0A6-0629-974264AA470E}"/>
              </a:ext>
            </a:extLst>
          </p:cNvPr>
          <p:cNvSpPr/>
          <p:nvPr/>
        </p:nvSpPr>
        <p:spPr>
          <a:xfrm rot="10800000">
            <a:off x="8269939" y="5277967"/>
            <a:ext cx="1012025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6EB33EAF-8168-F963-A711-3D9E63F33A9E}"/>
              </a:ext>
            </a:extLst>
          </p:cNvPr>
          <p:cNvSpPr/>
          <p:nvPr/>
        </p:nvSpPr>
        <p:spPr>
          <a:xfrm rot="5400000">
            <a:off x="9754718" y="3199278"/>
            <a:ext cx="384497" cy="350157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A800B99D-5D5A-FFE6-3FBF-2969C48C5077}"/>
              </a:ext>
            </a:extLst>
          </p:cNvPr>
          <p:cNvSpPr/>
          <p:nvPr/>
        </p:nvSpPr>
        <p:spPr>
          <a:xfrm rot="5400000">
            <a:off x="9765924" y="4084542"/>
            <a:ext cx="384497" cy="350157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662785AB-7A83-8623-2E1B-29FD1F5F7F49}"/>
              </a:ext>
            </a:extLst>
          </p:cNvPr>
          <p:cNvSpPr/>
          <p:nvPr/>
        </p:nvSpPr>
        <p:spPr>
          <a:xfrm rot="5400000">
            <a:off x="9765923" y="4969806"/>
            <a:ext cx="384497" cy="350157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BF3E-7775-583C-8533-00681202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3176C1-F829-3BE3-36B3-A417F5DDA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976" y="147130"/>
            <a:ext cx="11059244" cy="41920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de-DE" sz="2800" dirty="0"/>
              <a:t>QO-100 RTX </a:t>
            </a:r>
            <a:r>
              <a:rPr lang="de-DE" sz="2800" dirty="0" err="1"/>
              <a:t>next</a:t>
            </a:r>
            <a:r>
              <a:rPr lang="de-DE" sz="2800" dirty="0"/>
              <a:t> </a:t>
            </a:r>
            <a:r>
              <a:rPr lang="de-DE" sz="2800" dirty="0" err="1"/>
              <a:t>step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E507C9E-F756-F31D-9E7C-D90799CC5E0F}"/>
              </a:ext>
            </a:extLst>
          </p:cNvPr>
          <p:cNvSpPr/>
          <p:nvPr/>
        </p:nvSpPr>
        <p:spPr>
          <a:xfrm>
            <a:off x="715576" y="666758"/>
            <a:ext cx="10911935" cy="14834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973A1C4-A4BE-B5D4-7D25-AFADD26B81E5}"/>
              </a:ext>
            </a:extLst>
          </p:cNvPr>
          <p:cNvSpPr/>
          <p:nvPr/>
        </p:nvSpPr>
        <p:spPr>
          <a:xfrm>
            <a:off x="3202720" y="2437618"/>
            <a:ext cx="2355335" cy="23786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Ethernet HUB + WiFi</a:t>
            </a:r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1C0103A-828D-379C-6F8D-A88A48743B14}"/>
              </a:ext>
            </a:extLst>
          </p:cNvPr>
          <p:cNvSpPr/>
          <p:nvPr/>
        </p:nvSpPr>
        <p:spPr>
          <a:xfrm>
            <a:off x="3218007" y="2971157"/>
            <a:ext cx="2319617" cy="71717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PLUTO PLUS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EF164CB-F058-5F0E-64B8-76AD5B225E06}"/>
              </a:ext>
            </a:extLst>
          </p:cNvPr>
          <p:cNvSpPr/>
          <p:nvPr/>
        </p:nvSpPr>
        <p:spPr>
          <a:xfrm>
            <a:off x="875977" y="3105628"/>
            <a:ext cx="1299883" cy="4482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 err="1"/>
              <a:t>Bias</a:t>
            </a:r>
            <a:r>
              <a:rPr lang="it-IT" dirty="0"/>
              <a:t>-T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AB90F5B-A2A5-E4C3-AAB5-C608024223FE}"/>
              </a:ext>
            </a:extLst>
          </p:cNvPr>
          <p:cNvSpPr/>
          <p:nvPr/>
        </p:nvSpPr>
        <p:spPr>
          <a:xfrm>
            <a:off x="562212" y="5402833"/>
            <a:ext cx="1972235" cy="7171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LNB  10.5 GHZ</a:t>
            </a:r>
          </a:p>
          <a:p>
            <a:pPr algn="ctr"/>
            <a:r>
              <a:rPr lang="it-IT" dirty="0"/>
              <a:t>-9750 Mhz</a:t>
            </a:r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93604AC-8049-9CD9-F88E-93E4ABB7C7F1}"/>
              </a:ext>
            </a:extLst>
          </p:cNvPr>
          <p:cNvSpPr/>
          <p:nvPr/>
        </p:nvSpPr>
        <p:spPr>
          <a:xfrm>
            <a:off x="6568565" y="2993568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PreAmp VGA V2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97D5C55-DD3E-66C3-D66C-4E9E50EEB173}"/>
              </a:ext>
            </a:extLst>
          </p:cNvPr>
          <p:cNvSpPr/>
          <p:nvPr/>
        </p:nvSpPr>
        <p:spPr>
          <a:xfrm>
            <a:off x="6568564" y="3856420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Filter/Att.</a:t>
            </a:r>
          </a:p>
          <a:p>
            <a:pPr algn="ctr"/>
            <a:r>
              <a:rPr lang="it-IT"/>
              <a:t>-3 to -6db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FF1EC4C-3784-76B3-1FDE-3257BBDAFA94}"/>
              </a:ext>
            </a:extLst>
          </p:cNvPr>
          <p:cNvSpPr/>
          <p:nvPr/>
        </p:nvSpPr>
        <p:spPr>
          <a:xfrm>
            <a:off x="6568564" y="4741684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PA 20W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5E1607D-F57D-20FB-DAC9-181192B4B663}"/>
              </a:ext>
            </a:extLst>
          </p:cNvPr>
          <p:cNvSpPr/>
          <p:nvPr/>
        </p:nvSpPr>
        <p:spPr>
          <a:xfrm>
            <a:off x="6568564" y="5570919"/>
            <a:ext cx="1299883" cy="5490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/>
              <a:t>Illuminator 2.4 GHZ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B416ABAB-131D-AD72-9064-84A8C302DA3E}"/>
              </a:ext>
            </a:extLst>
          </p:cNvPr>
          <p:cNvSpPr/>
          <p:nvPr/>
        </p:nvSpPr>
        <p:spPr>
          <a:xfrm>
            <a:off x="3542979" y="4842542"/>
            <a:ext cx="1994647" cy="1905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3600"/>
              <a:t>DISH</a:t>
            </a:r>
            <a:endParaRPr lang="it-IT" sz="3600" dirty="0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35294928-A102-EB74-5A93-50456BEEF706}"/>
              </a:ext>
            </a:extLst>
          </p:cNvPr>
          <p:cNvSpPr/>
          <p:nvPr/>
        </p:nvSpPr>
        <p:spPr>
          <a:xfrm rot="5400000">
            <a:off x="4245267" y="2810015"/>
            <a:ext cx="258412" cy="116176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B9915066-ADD9-A4B8-E315-987711376380}"/>
              </a:ext>
            </a:extLst>
          </p:cNvPr>
          <p:cNvSpPr/>
          <p:nvPr/>
        </p:nvSpPr>
        <p:spPr>
          <a:xfrm rot="16200000">
            <a:off x="500581" y="4299058"/>
            <a:ext cx="1942114" cy="32774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C04182B3-CA91-95CD-134C-D21C7C4F200F}"/>
              </a:ext>
            </a:extLst>
          </p:cNvPr>
          <p:cNvSpPr/>
          <p:nvPr/>
        </p:nvSpPr>
        <p:spPr>
          <a:xfrm rot="10800000">
            <a:off x="2512036" y="5537305"/>
            <a:ext cx="1012026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A39BEC5E-E88F-E774-86A4-AD8F305C8483}"/>
              </a:ext>
            </a:extLst>
          </p:cNvPr>
          <p:cNvSpPr/>
          <p:nvPr/>
        </p:nvSpPr>
        <p:spPr>
          <a:xfrm>
            <a:off x="2131037" y="3139246"/>
            <a:ext cx="1112877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0077DC2D-B361-D8B5-5180-C7D538553A39}"/>
              </a:ext>
            </a:extLst>
          </p:cNvPr>
          <p:cNvSpPr/>
          <p:nvPr/>
        </p:nvSpPr>
        <p:spPr>
          <a:xfrm>
            <a:off x="5539026" y="3138546"/>
            <a:ext cx="1124083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a destra 22">
            <a:extLst>
              <a:ext uri="{FF2B5EF4-FFF2-40B4-BE49-F238E27FC236}">
                <a16:creationId xmlns:a16="http://schemas.microsoft.com/office/drawing/2014/main" id="{56738D05-0B5E-FBD6-38FF-7E1719518521}"/>
              </a:ext>
            </a:extLst>
          </p:cNvPr>
          <p:cNvSpPr/>
          <p:nvPr/>
        </p:nvSpPr>
        <p:spPr>
          <a:xfrm rot="10800000">
            <a:off x="5537625" y="5604538"/>
            <a:ext cx="1012025" cy="36136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034A9728-CF3E-34EA-E473-DBD64A243AF5}"/>
              </a:ext>
            </a:extLst>
          </p:cNvPr>
          <p:cNvSpPr/>
          <p:nvPr/>
        </p:nvSpPr>
        <p:spPr>
          <a:xfrm rot="5400000">
            <a:off x="7022404" y="3525849"/>
            <a:ext cx="384497" cy="350157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493E9F3D-ED77-883C-9D35-51BF9D05D469}"/>
              </a:ext>
            </a:extLst>
          </p:cNvPr>
          <p:cNvSpPr/>
          <p:nvPr/>
        </p:nvSpPr>
        <p:spPr>
          <a:xfrm rot="5400000">
            <a:off x="7033610" y="4411113"/>
            <a:ext cx="384497" cy="350157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92935EDE-1421-C172-7B5E-2F101347DF17}"/>
              </a:ext>
            </a:extLst>
          </p:cNvPr>
          <p:cNvSpPr/>
          <p:nvPr/>
        </p:nvSpPr>
        <p:spPr>
          <a:xfrm rot="5400000">
            <a:off x="7033609" y="5296377"/>
            <a:ext cx="384497" cy="350157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Immagine 26" descr="Immagine che contiene testo, schermata, Attrezzatura per ufficio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F87CC1D7-BC4F-D49C-D682-5CF2F43C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730" y="800960"/>
            <a:ext cx="5445579" cy="1209675"/>
          </a:xfrm>
          <a:prstGeom prst="rect">
            <a:avLst/>
          </a:prstGeom>
        </p:spPr>
      </p:pic>
      <p:sp>
        <p:nvSpPr>
          <p:cNvPr id="28" name="Rettangolo 27">
            <a:extLst>
              <a:ext uri="{FF2B5EF4-FFF2-40B4-BE49-F238E27FC236}">
                <a16:creationId xmlns:a16="http://schemas.microsoft.com/office/drawing/2014/main" id="{F15944F7-906D-FC39-4278-6BC56ACCA52B}"/>
              </a:ext>
            </a:extLst>
          </p:cNvPr>
          <p:cNvSpPr/>
          <p:nvPr/>
        </p:nvSpPr>
        <p:spPr>
          <a:xfrm>
            <a:off x="8638094" y="3109470"/>
            <a:ext cx="3151691" cy="2295942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Power Supply and ESP32 controller</a:t>
            </a:r>
            <a:endParaRPr lang="it-IT" dirty="0"/>
          </a:p>
        </p:txBody>
      </p:sp>
      <p:pic>
        <p:nvPicPr>
          <p:cNvPr id="30" name="Immagine 29" descr="Immagine che contiene testo, schermata, software, Software multimediale&#10;&#10;Il contenuto generato dall&amp;#39;IA potrebbe non essere corretto.">
            <a:extLst>
              <a:ext uri="{FF2B5EF4-FFF2-40B4-BE49-F238E27FC236}">
                <a16:creationId xmlns:a16="http://schemas.microsoft.com/office/drawing/2014/main" id="{7BAA586B-B471-FE4B-E86B-DE8D703B2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39" y="717435"/>
            <a:ext cx="2245178" cy="1303565"/>
          </a:xfrm>
          <a:prstGeom prst="rect">
            <a:avLst/>
          </a:prstGeom>
        </p:spPr>
      </p:pic>
      <p:sp>
        <p:nvSpPr>
          <p:cNvPr id="31" name="Rettangolo 30">
            <a:extLst>
              <a:ext uri="{FF2B5EF4-FFF2-40B4-BE49-F238E27FC236}">
                <a16:creationId xmlns:a16="http://schemas.microsoft.com/office/drawing/2014/main" id="{B1AACA01-9420-ED9E-3C2E-46A076CC18E6}"/>
              </a:ext>
            </a:extLst>
          </p:cNvPr>
          <p:cNvSpPr/>
          <p:nvPr/>
        </p:nvSpPr>
        <p:spPr>
          <a:xfrm>
            <a:off x="3937329" y="910073"/>
            <a:ext cx="988218" cy="833437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PC WIN 11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CF1D748-F234-6767-02DF-13AEF920FFBD}"/>
              </a:ext>
            </a:extLst>
          </p:cNvPr>
          <p:cNvSpPr/>
          <p:nvPr/>
        </p:nvSpPr>
        <p:spPr>
          <a:xfrm>
            <a:off x="1544702" y="1614344"/>
            <a:ext cx="1120232" cy="242499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SDR Console 3.4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C6343CB1-DF35-7C5C-0144-220A620521AB}"/>
              </a:ext>
            </a:extLst>
          </p:cNvPr>
          <p:cNvSpPr/>
          <p:nvPr/>
        </p:nvSpPr>
        <p:spPr>
          <a:xfrm>
            <a:off x="8793955" y="3170463"/>
            <a:ext cx="702468" cy="369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00"/>
              <a:t>+5V</a:t>
            </a:r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226E5062-19F5-EE86-433B-4DD1E0E5499B}"/>
              </a:ext>
            </a:extLst>
          </p:cNvPr>
          <p:cNvSpPr/>
          <p:nvPr/>
        </p:nvSpPr>
        <p:spPr>
          <a:xfrm>
            <a:off x="9496424" y="3170463"/>
            <a:ext cx="702468" cy="369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00"/>
              <a:t>+12V</a:t>
            </a: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0FDEAE1E-B23C-E5D9-8FE9-1B9BF3D21471}"/>
              </a:ext>
            </a:extLst>
          </p:cNvPr>
          <p:cNvSpPr/>
          <p:nvPr/>
        </p:nvSpPr>
        <p:spPr>
          <a:xfrm>
            <a:off x="10198893" y="3170463"/>
            <a:ext cx="702468" cy="369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00"/>
              <a:t>+18V</a:t>
            </a:r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D396B656-8150-F6E5-6E92-B1E16EE3DEEE}"/>
              </a:ext>
            </a:extLst>
          </p:cNvPr>
          <p:cNvSpPr/>
          <p:nvPr/>
        </p:nvSpPr>
        <p:spPr>
          <a:xfrm>
            <a:off x="10901361" y="3170463"/>
            <a:ext cx="702468" cy="3690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000"/>
              <a:t>+28V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ED3EBD3-DA6F-CC20-434A-33D534E8FE66}"/>
              </a:ext>
            </a:extLst>
          </p:cNvPr>
          <p:cNvCxnSpPr/>
          <p:nvPr/>
        </p:nvCxnSpPr>
        <p:spPr>
          <a:xfrm>
            <a:off x="7889080" y="4765901"/>
            <a:ext cx="750093" cy="11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29FB4B15-6B7F-8EC2-4EFF-5186CD7EDB61}"/>
              </a:ext>
            </a:extLst>
          </p:cNvPr>
          <p:cNvCxnSpPr>
            <a:cxnSpLocks/>
          </p:cNvCxnSpPr>
          <p:nvPr/>
        </p:nvCxnSpPr>
        <p:spPr>
          <a:xfrm>
            <a:off x="7889080" y="5206432"/>
            <a:ext cx="750093" cy="11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1C42FF9F-CCCF-CFF0-5E86-2D149DE5ECA1}"/>
              </a:ext>
            </a:extLst>
          </p:cNvPr>
          <p:cNvCxnSpPr>
            <a:cxnSpLocks/>
          </p:cNvCxnSpPr>
          <p:nvPr/>
        </p:nvCxnSpPr>
        <p:spPr>
          <a:xfrm>
            <a:off x="7889080" y="4980213"/>
            <a:ext cx="750093" cy="11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ttangolo 41">
            <a:extLst>
              <a:ext uri="{FF2B5EF4-FFF2-40B4-BE49-F238E27FC236}">
                <a16:creationId xmlns:a16="http://schemas.microsoft.com/office/drawing/2014/main" id="{47D4E4B3-B511-E207-7634-2E3632C35BA4}"/>
              </a:ext>
            </a:extLst>
          </p:cNvPr>
          <p:cNvSpPr/>
          <p:nvPr/>
        </p:nvSpPr>
        <p:spPr>
          <a:xfrm>
            <a:off x="8639175" y="4634932"/>
            <a:ext cx="547687" cy="773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aseline="0">
                <a:solidFill>
                  <a:srgbClr val="FFFFFF"/>
                </a:solidFill>
                <a:latin typeface="Aptos"/>
              </a:rPr>
              <a:t>Win</a:t>
            </a:r>
            <a:r>
              <a:rPr lang="it-IT" sz="1000">
                <a:latin typeface="Aptos"/>
                <a:ea typeface="Aptos"/>
                <a:cs typeface="Aptos"/>
              </a:rPr>
              <a:t>​</a:t>
            </a:r>
            <a:br>
              <a:rPr lang="it-IT" sz="1000">
                <a:latin typeface="Aptos"/>
                <a:ea typeface="Aptos"/>
                <a:cs typeface="Aptos"/>
              </a:rPr>
            </a:br>
            <a:r>
              <a:rPr lang="it-IT" sz="1000" baseline="0">
                <a:solidFill>
                  <a:srgbClr val="FFFFFF"/>
                </a:solidFill>
                <a:latin typeface="Aptos"/>
              </a:rPr>
              <a:t>Wfwd</a:t>
            </a:r>
            <a:r>
              <a:rPr lang="it-IT" sz="1000">
                <a:latin typeface="Aptos"/>
                <a:ea typeface="Aptos"/>
                <a:cs typeface="Aptos"/>
              </a:rPr>
              <a:t>​</a:t>
            </a:r>
            <a:br>
              <a:rPr lang="it-IT" sz="1000">
                <a:latin typeface="Aptos"/>
                <a:ea typeface="Aptos"/>
                <a:cs typeface="Aptos"/>
              </a:rPr>
            </a:br>
            <a:r>
              <a:rPr lang="it-IT" sz="1000" baseline="0">
                <a:solidFill>
                  <a:srgbClr val="FFFFFF"/>
                </a:solidFill>
                <a:latin typeface="Aptos"/>
              </a:rPr>
              <a:t>Wref</a:t>
            </a:r>
            <a:r>
              <a:rPr lang="it-IT" sz="1000">
                <a:latin typeface="Aptos"/>
                <a:ea typeface="Aptos"/>
                <a:cs typeface="Aptos"/>
              </a:rPr>
              <a:t>​</a:t>
            </a:r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55AAE48F-C7CA-450D-DBB8-D3E511D5A567}"/>
              </a:ext>
            </a:extLst>
          </p:cNvPr>
          <p:cNvSpPr/>
          <p:nvPr/>
        </p:nvSpPr>
        <p:spPr>
          <a:xfrm>
            <a:off x="2554758" y="4189097"/>
            <a:ext cx="1121290" cy="436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/>
              <a:t>GPSDO</a:t>
            </a:r>
          </a:p>
        </p:txBody>
      </p: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563DDD93-A5F7-6DDA-B615-6DC0F976B653}"/>
              </a:ext>
            </a:extLst>
          </p:cNvPr>
          <p:cNvCxnSpPr/>
          <p:nvPr/>
        </p:nvCxnSpPr>
        <p:spPr>
          <a:xfrm flipV="1">
            <a:off x="3162299" y="3656239"/>
            <a:ext cx="330995" cy="550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FCCD0499-505E-964A-F5A4-5A5D58215519}"/>
              </a:ext>
            </a:extLst>
          </p:cNvPr>
          <p:cNvCxnSpPr>
            <a:cxnSpLocks/>
          </p:cNvCxnSpPr>
          <p:nvPr/>
        </p:nvCxnSpPr>
        <p:spPr>
          <a:xfrm flipH="1">
            <a:off x="2171700" y="4634932"/>
            <a:ext cx="633413" cy="783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ttangolo 46">
            <a:extLst>
              <a:ext uri="{FF2B5EF4-FFF2-40B4-BE49-F238E27FC236}">
                <a16:creationId xmlns:a16="http://schemas.microsoft.com/office/drawing/2014/main" id="{8E04B969-5A72-E39F-B378-F3B7A61602FF}"/>
              </a:ext>
            </a:extLst>
          </p:cNvPr>
          <p:cNvSpPr/>
          <p:nvPr/>
        </p:nvSpPr>
        <p:spPr>
          <a:xfrm>
            <a:off x="11079956" y="5027838"/>
            <a:ext cx="714374" cy="404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WiFi</a:t>
            </a:r>
          </a:p>
        </p:txBody>
      </p:sp>
      <p:sp>
        <p:nvSpPr>
          <p:cNvPr id="50" name="Freccia a destra 16">
            <a:extLst>
              <a:ext uri="{FF2B5EF4-FFF2-40B4-BE49-F238E27FC236}">
                <a16:creationId xmlns:a16="http://schemas.microsoft.com/office/drawing/2014/main" id="{D0966CE1-F7C7-F0DB-0D5E-95AE9B4F43AF}"/>
              </a:ext>
            </a:extLst>
          </p:cNvPr>
          <p:cNvSpPr/>
          <p:nvPr/>
        </p:nvSpPr>
        <p:spPr>
          <a:xfrm rot="5400000">
            <a:off x="4245267" y="2250422"/>
            <a:ext cx="246505" cy="104270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Freccia a destra 16">
            <a:extLst>
              <a:ext uri="{FF2B5EF4-FFF2-40B4-BE49-F238E27FC236}">
                <a16:creationId xmlns:a16="http://schemas.microsoft.com/office/drawing/2014/main" id="{AF88DA07-E17C-7744-C5DA-17A9E3133663}"/>
              </a:ext>
            </a:extLst>
          </p:cNvPr>
          <p:cNvSpPr/>
          <p:nvPr/>
        </p:nvSpPr>
        <p:spPr>
          <a:xfrm rot="10800000">
            <a:off x="5554956" y="2488547"/>
            <a:ext cx="4449410" cy="139988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Freccia a destra 16">
            <a:extLst>
              <a:ext uri="{FF2B5EF4-FFF2-40B4-BE49-F238E27FC236}">
                <a16:creationId xmlns:a16="http://schemas.microsoft.com/office/drawing/2014/main" id="{AC1AD45D-D6DA-9525-A896-BB54FBB1FABA}"/>
              </a:ext>
            </a:extLst>
          </p:cNvPr>
          <p:cNvSpPr/>
          <p:nvPr/>
        </p:nvSpPr>
        <p:spPr>
          <a:xfrm rot="5400000">
            <a:off x="9662611" y="2750484"/>
            <a:ext cx="615597" cy="139988"/>
          </a:xfrm>
          <a:prstGeom prst="left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62B1D6-CA0F-47F2-5055-CC154D973E49}"/>
              </a:ext>
            </a:extLst>
          </p:cNvPr>
          <p:cNvSpPr/>
          <p:nvPr/>
        </p:nvSpPr>
        <p:spPr>
          <a:xfrm>
            <a:off x="6007260" y="6554778"/>
            <a:ext cx="6125495" cy="232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https://github.com/apozzon/QO-100_RTX_CONTROLLER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B26B9-7515-2BCE-75CB-9FDC5A43FFCF}"/>
              </a:ext>
            </a:extLst>
          </p:cNvPr>
          <p:cNvSpPr/>
          <p:nvPr/>
        </p:nvSpPr>
        <p:spPr>
          <a:xfrm>
            <a:off x="461316" y="6588196"/>
            <a:ext cx="3214732" cy="212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PreAmp</a:t>
            </a:r>
            <a:r>
              <a:rPr lang="en-US" dirty="0"/>
              <a:t> and PA from SG-Lab</a:t>
            </a:r>
          </a:p>
        </p:txBody>
      </p:sp>
    </p:spTree>
    <p:extLst>
      <p:ext uri="{BB962C8B-B14F-4D97-AF65-F5344CB8AC3E}">
        <p14:creationId xmlns:p14="http://schemas.microsoft.com/office/powerpoint/2010/main" val="343703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QO-100 RTX basic version</vt:lpstr>
      <vt:lpstr>QO-100 RTX 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andrea m pozzoni</cp:lastModifiedBy>
  <cp:revision>369</cp:revision>
  <dcterms:created xsi:type="dcterms:W3CDTF">2026-02-25T09:29:38Z</dcterms:created>
  <dcterms:modified xsi:type="dcterms:W3CDTF">2026-03-23T15:07:33Z</dcterms:modified>
</cp:coreProperties>
</file>